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layfair Display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Oswal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swald-bold.fntdata"/><Relationship Id="rId25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regular.fntdata"/><Relationship Id="rId16" Type="http://schemas.openxmlformats.org/officeDocument/2006/relationships/slide" Target="slides/slide11.xml"/><Relationship Id="rId19" Type="http://schemas.openxmlformats.org/officeDocument/2006/relationships/font" Target="fonts/PlayfairDisplay-italic.fntdata"/><Relationship Id="rId18" Type="http://schemas.openxmlformats.org/officeDocument/2006/relationships/font" Target="fonts/PlayfairDis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ad72beef7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ad72beef7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b1a05d2b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b1a05d2b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aea4dc0a2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aea4dc0a2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aea4dc0a2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aea4dc0a2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aea4dc0a2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aea4dc0a2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aea4dc0a2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aea4dc0a2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aea4dc0a2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aea4dc0a2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aea4dc0a2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aea4dc0a2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aea4dc0a2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aea4dc0a2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ae96eb73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ae96eb73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 C# Masterclass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5083950" y="3924925"/>
            <a:ext cx="3725400" cy="8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 from Zero to</a:t>
            </a:r>
            <a:r>
              <a:rPr b="1" lang="en"/>
              <a:t> </a:t>
            </a:r>
            <a:r>
              <a:rPr lang="en"/>
              <a:t>Coding Hero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ctrTitle"/>
          </p:nvPr>
        </p:nvSpPr>
        <p:spPr>
          <a:xfrm>
            <a:off x="311700" y="456575"/>
            <a:ext cx="8520600" cy="8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Functions And Methods</a:t>
            </a:r>
            <a:endParaRPr sz="4800"/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311700" y="1277675"/>
            <a:ext cx="8520600" cy="360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</a:t>
            </a:r>
            <a:r>
              <a:rPr lang="en" sz="1800"/>
              <a:t>e will touch on the basics of functions and how they allow us to reuse code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So what is a method and function 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</a:t>
            </a:r>
            <a:r>
              <a:rPr i="1" lang="en" sz="1800" u="sng"/>
              <a:t>method</a:t>
            </a:r>
            <a:r>
              <a:rPr i="1" lang="en" sz="1800"/>
              <a:t> </a:t>
            </a:r>
            <a:r>
              <a:rPr lang="en" sz="1800"/>
              <a:t>is a block of code which only runs when it is called.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You can pass data, known as parameters, into a method.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Methods are used to perform certain actions, and they are also known as </a:t>
            </a:r>
            <a:r>
              <a:rPr lang="en" sz="1800" u="sng"/>
              <a:t>functions</a:t>
            </a:r>
            <a:r>
              <a:rPr lang="en" sz="1800"/>
              <a:t>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Why use methods? To reuse code: define the code once, and use it many times.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Lastly we will look at the different kinds of functions we have in c#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311700" y="456575"/>
            <a:ext cx="8520600" cy="8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</a:t>
            </a:r>
            <a:endParaRPr/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311700" y="1277675"/>
            <a:ext cx="8520600" cy="360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45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776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776"/>
          </a:p>
          <a:p>
            <a:pPr indent="-33617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6776"/>
              <a:t>Navigate to the solution on your machine</a:t>
            </a:r>
            <a:br>
              <a:rPr lang="en" sz="6776"/>
            </a:br>
            <a:endParaRPr sz="6776"/>
          </a:p>
          <a:p>
            <a:pPr indent="-3361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776"/>
              <a:t>use command `git pull` in a command line or bash terminal to get latest source code</a:t>
            </a:r>
            <a:br>
              <a:rPr lang="en" sz="6776"/>
            </a:br>
            <a:endParaRPr sz="6776"/>
          </a:p>
          <a:p>
            <a:pPr indent="-3361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776"/>
              <a:t>Open up the solution once update, by clicking on the ZeroToHeroMasterClass.sln</a:t>
            </a:r>
            <a:br>
              <a:rPr lang="en" sz="6776"/>
            </a:br>
            <a:endParaRPr sz="6776"/>
          </a:p>
          <a:p>
            <a:pPr indent="-3361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776"/>
              <a:t>You will find this module source code under the module 1 folder </a:t>
            </a:r>
            <a:endParaRPr sz="6776"/>
          </a:p>
          <a:p>
            <a:pPr indent="-33617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6776"/>
              <a:t>ZeroToHero.Functions</a:t>
            </a:r>
            <a:endParaRPr sz="6776"/>
          </a:p>
          <a:p>
            <a:pPr indent="-33617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6776"/>
              <a:t>Right click on the project with </a:t>
            </a:r>
            <a:r>
              <a:rPr lang="en" sz="6776"/>
              <a:t>above name, and set as starting project</a:t>
            </a:r>
            <a:endParaRPr sz="6776"/>
          </a:p>
          <a:p>
            <a:pPr indent="-33617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6776"/>
              <a:t>Click Green button to start</a:t>
            </a:r>
            <a:endParaRPr sz="6776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4606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Char char="●"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ctrTitle"/>
          </p:nvPr>
        </p:nvSpPr>
        <p:spPr>
          <a:xfrm>
            <a:off x="311700" y="456575"/>
            <a:ext cx="8520600" cy="8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Function with Return Type</a:t>
            </a:r>
            <a:endParaRPr sz="4800"/>
          </a:p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311700" y="1277675"/>
            <a:ext cx="8520600" cy="3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Note: In C#, it is good practice to start with an uppercase letter when naming methods, as it makes the code easier to read.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-1919" l="835" r="835" t="7819"/>
          <a:stretch/>
        </p:blipFill>
        <p:spPr>
          <a:xfrm>
            <a:off x="566025" y="2302413"/>
            <a:ext cx="3793000" cy="155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ctrTitle"/>
          </p:nvPr>
        </p:nvSpPr>
        <p:spPr>
          <a:xfrm>
            <a:off x="311700" y="456575"/>
            <a:ext cx="8520600" cy="8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Void Method with Parameters</a:t>
            </a:r>
            <a:endParaRPr sz="4700"/>
          </a:p>
        </p:txBody>
      </p:sp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311700" y="1277675"/>
            <a:ext cx="8520600" cy="3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113" y="1508575"/>
            <a:ext cx="454342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ctrTitle"/>
          </p:nvPr>
        </p:nvSpPr>
        <p:spPr>
          <a:xfrm>
            <a:off x="311700" y="456575"/>
            <a:ext cx="8520600" cy="8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Recursive Function</a:t>
            </a:r>
            <a:endParaRPr sz="4700"/>
          </a:p>
        </p:txBody>
      </p:sp>
      <p:sp>
        <p:nvSpPr>
          <p:cNvPr id="91" name="Google Shape;91;p18"/>
          <p:cNvSpPr txBox="1"/>
          <p:nvPr>
            <p:ph idx="1" type="subTitle"/>
          </p:nvPr>
        </p:nvSpPr>
        <p:spPr>
          <a:xfrm>
            <a:off x="311700" y="1277675"/>
            <a:ext cx="8520600" cy="3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75" y="1476525"/>
            <a:ext cx="54483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311700" y="456575"/>
            <a:ext cx="8520600" cy="8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Async Method with Task</a:t>
            </a:r>
            <a:endParaRPr sz="4700"/>
          </a:p>
        </p:txBody>
      </p:sp>
      <p:sp>
        <p:nvSpPr>
          <p:cNvPr id="98" name="Google Shape;98;p19"/>
          <p:cNvSpPr txBox="1"/>
          <p:nvPr>
            <p:ph idx="1" type="subTitle"/>
          </p:nvPr>
        </p:nvSpPr>
        <p:spPr>
          <a:xfrm>
            <a:off x="311700" y="1277675"/>
            <a:ext cx="8520600" cy="3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788" y="1506675"/>
            <a:ext cx="5686425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ctrTitle"/>
          </p:nvPr>
        </p:nvSpPr>
        <p:spPr>
          <a:xfrm>
            <a:off x="311700" y="456575"/>
            <a:ext cx="8520600" cy="8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Extension Method</a:t>
            </a:r>
            <a:endParaRPr sz="4700"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11700" y="1277675"/>
            <a:ext cx="8520600" cy="3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00" y="1496600"/>
            <a:ext cx="4972050" cy="29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ctrTitle"/>
          </p:nvPr>
        </p:nvSpPr>
        <p:spPr>
          <a:xfrm>
            <a:off x="311700" y="456575"/>
            <a:ext cx="8520600" cy="8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List Method Return Type</a:t>
            </a:r>
            <a:endParaRPr sz="4700"/>
          </a:p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311700" y="1277675"/>
            <a:ext cx="8520600" cy="3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Note: Lists and Arrays are how we store a group of items.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We will dive much deeper into </a:t>
            </a:r>
            <a:r>
              <a:rPr lang="en" sz="1800"/>
              <a:t>collections later 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950" y="2058025"/>
            <a:ext cx="2882300" cy="25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ctrTitle"/>
          </p:nvPr>
        </p:nvSpPr>
        <p:spPr>
          <a:xfrm>
            <a:off x="311700" y="456575"/>
            <a:ext cx="8520600" cy="8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Array </a:t>
            </a:r>
            <a:r>
              <a:rPr lang="en" sz="4700"/>
              <a:t>Method Return Type</a:t>
            </a:r>
            <a:endParaRPr sz="4700"/>
          </a:p>
        </p:txBody>
      </p:sp>
      <p:sp>
        <p:nvSpPr>
          <p:cNvPr id="119" name="Google Shape;119;p22"/>
          <p:cNvSpPr txBox="1"/>
          <p:nvPr>
            <p:ph idx="1" type="subTitle"/>
          </p:nvPr>
        </p:nvSpPr>
        <p:spPr>
          <a:xfrm>
            <a:off x="311700" y="1277675"/>
            <a:ext cx="8520600" cy="3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Note: Lists and Arrays are how we store a group of items.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We will dive much deeper into collections later 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873" y="2027225"/>
            <a:ext cx="2966575" cy="271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ctrTitle"/>
          </p:nvPr>
        </p:nvSpPr>
        <p:spPr>
          <a:xfrm>
            <a:off x="429600" y="422800"/>
            <a:ext cx="8284800" cy="14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The End</a:t>
            </a:r>
            <a:endParaRPr sz="4000"/>
          </a:p>
        </p:txBody>
      </p:sp>
      <p:sp>
        <p:nvSpPr>
          <p:cNvPr id="126" name="Google Shape;126;p23"/>
          <p:cNvSpPr txBox="1"/>
          <p:nvPr>
            <p:ph idx="1" type="subTitle"/>
          </p:nvPr>
        </p:nvSpPr>
        <p:spPr>
          <a:xfrm>
            <a:off x="311700" y="2111975"/>
            <a:ext cx="8520600" cy="265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 Me in the next module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